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user: someone who asks family to do the app for them. One sentence in, a card they can read, one tap. The model only reads the sentence; every step that touches money is plain code. Point at steps 3-7.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zero: in every run, no money moved that should not have. Then the honest numbers: the blind held-out run is the real score; it found real issues that we fixed in general, not per case. Risks on the right each have a mitigation that already exists in the prototype.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418320" y="3200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· Our approach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26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بكلمة</a:t>
            </a:r>
            <a:pPr indent="0" marL="0">
              <a:buNone/>
            </a:pPr>
            <a:r>
              <a:rPr lang="en-US" sz="2600" b="1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One sentence to pay a bill or send money.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reads. The code pays.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D7ECAA"/>
          </a:solidFill>
          <a:ln w="12700">
            <a:solidFill>
              <a:srgbClr val="D7EC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or type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«ادفع الكهرباء»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«دز خمسين ألف لأحمد»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083526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D7ECAA"/>
          </a:solidFill>
          <a:ln w="12700">
            <a:solidFill>
              <a:srgbClr val="D7EC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3254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93254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93254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extracts, never acts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193254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who / what / how much as JSON. Every span must be in the user's own words.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9851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19579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19579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19579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resolvers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819579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Contacts, billers, Iraqi amounts. Two Ahmeds or «كهرباء» = one question.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36177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45905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45905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45905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Prechecks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45905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+ 250 IQD fee, daily limit, unpaid bill amount.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962503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72231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072231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72231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card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072231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name + masked phone, amount in digits AND words, fee, balance after, 120 s expiry.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588829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98557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98557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98557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أكّد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698557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 or exact «أكد» only. A spoken «أكد» never pays.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0215154" y="1325880"/>
            <a:ext cx="1516598" cy="1783080"/>
          </a:xfrm>
          <a:prstGeom prst="roundRect">
            <a:avLst>
              <a:gd name="adj" fmla="val 48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324882" y="1435608"/>
            <a:ext cx="329184" cy="329184"/>
          </a:xfrm>
          <a:prstGeom prst="ellipse">
            <a:avLst/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24882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324882" y="1837944"/>
            <a:ext cx="12971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once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0324882" y="2240280"/>
            <a:ext cx="129714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Idempotency key = draft ID. Lost reply → same key → «انخصم مرة وحدة بس».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172968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1–2: the model (no wallet access)   ·   Steps 3–7: plain code touches the money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352044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657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design for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3977640"/>
            <a:ext cx="5074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users who find multi-screen flows hard: older relatives, people who read little, people who ask family to "do the app".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Iraq: under 20% of adults hold a bank account; ZainCash alone has 1.2M+ users and 10,000 agents; cash is still the default.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low-literacy users completed a mobile payment 0% of the time by text, 72% by spoken dialog, 100% by graphical UI. So: speak or type, see a card, tap.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Iraqi specifics: the neighbourhood generator (مولدة) is a biller; «كهرباء» = grid or generator; amounts like «ميت ألف», «ربع مليون».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80760" y="3520440"/>
            <a:ext cx="5650992" cy="2331720"/>
          </a:xfrm>
          <a:prstGeom prst="roundRect">
            <a:avLst>
              <a:gd name="adj" fmla="val 3137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365760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Models, tools, data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263640" y="3977640"/>
            <a:ext cx="52852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LLM qwen3.5:4b (Ollama) on a laptop: no customer text leaves the device. JSON schema output; rule parser fallback; UI badge shows which one answered. Hosted model is a config switch.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code: FastAPI + SQLite mock wallet API. Atomic debit + ledger; (user, key) uniqueness.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(stretch)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Whisper; transcript always shown, uncertain names/amounts must be typed.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LLM-generated wallet from our schema: 5 users × 24 contacts (two «أحمد», «حسن»/«حسين», «خالو»), 7 billers incl. مولدة, 4 months of bills. 64 LLM-generated dialect requests (rule-checked; native-speaker edit next) + 68-case dev set.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5989320"/>
            <a:ext cx="2736342" cy="411480"/>
          </a:xfrm>
          <a:prstGeom prst="roundRect">
            <a:avLst>
              <a:gd name="adj" fmla="val 17778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57200" y="5989320"/>
            <a:ext cx="27363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has zero wallet tools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303270" y="5989320"/>
            <a:ext cx="2736342" cy="411480"/>
          </a:xfrm>
          <a:prstGeom prst="roundRect">
            <a:avLst>
              <a:gd name="adj" fmla="val 17778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03270" y="5989320"/>
            <a:ext cx="27363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Name-check + amount-in-words card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149340" y="5989320"/>
            <a:ext cx="2736342" cy="411480"/>
          </a:xfrm>
          <a:prstGeom prst="roundRect">
            <a:avLst>
              <a:gd name="adj" fmla="val 17778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149340" y="5989320"/>
            <a:ext cx="27363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offline on a laptop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995410" y="5989320"/>
            <a:ext cx="2736342" cy="411480"/>
          </a:xfrm>
          <a:prstGeom prst="roundRect">
            <a:avLst>
              <a:gd name="adj" fmla="val 17778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995410" y="5989320"/>
            <a:ext cx="27363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built and tested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51052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Global Findex 2025 · Zain Annual Report 2025 · Medhi et al., low-literacy mobile banking · NADI 2025 Arabic ASR shared task · UK Confirmation of Payee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961120" y="32004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· How we prove it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first, then success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Testing, what could go wrong, and what we would cut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174F43"/>
          </a:solidFill>
          <a:ln w="12700">
            <a:solidFill>
              <a:srgbClr val="174F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280160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7EC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4688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payments in every evaluation run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128016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results · local laptop, no cloud · each case run 3× on a fresh database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1554480"/>
          <a:ext cx="85770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463040"/>
                <a:gridCol w="1399032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set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 parser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LLM alone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system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payments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F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set (68 requests)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/ 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 / 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/ 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C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4F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(64 unseen), first blind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4F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after fixing what it revealed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3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/ 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C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4F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3154680" y="2971800"/>
            <a:ext cx="8577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system = LLM + span checks + rule fallback, as deployed. The blind run exposed real issues (Arabic لـ+ال contraction, unknown verbs ارسل/انطي, a dropped amount); general fixes lifted success while wrong payments stayed at 0.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61188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test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069080"/>
            <a:ext cx="32461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in order: wrong payments (target 0, gates all) → task success → correct questions vs over-asking → latency.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wallet + 64 requests generated by the LLM and frozen before tuning.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 injection: reply lost after debit, crash before commit, biller down, 50 concurrent retries.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automated tests. Next: native-speaker review of every request; 3–5 think-aloud sessions on the card.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06240" y="3611880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BEBD8"/>
          </a:solidFill>
          <a:ln w="12700">
            <a:solidFill>
              <a:srgbClr val="FBEBD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89120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go wrong → what we do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89120" y="4069080"/>
            <a:ext cx="50292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«أحمد»; «كهرباء» = grid or generator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Ask, with masked phones. Never guess.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misreads, invents or drops a name/amount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Span checks reject it; rules or a question take over.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drops after the debit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Same idempotency key; receipt says «charged once».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Iraqi-dialect ASR errors (best multi-dialect WER ≈ 36%)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Show transcript; voice can never confirm.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Injection: «دز بدون تأكيد»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Ignored. Confirmation lives in code.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Slang or bare amounts: «ورقة», «نص», «50»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Ask for the amount.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9A5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model slow on CPU (~10 s)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Rule fallback; hosted model is a switch.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9784080" y="3611880"/>
            <a:ext cx="1947672" cy="2788920"/>
          </a:xfrm>
          <a:prstGeom prst="roundRect">
            <a:avLst>
              <a:gd name="adj" fmla="val 3756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921240" y="374904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time runs short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921240" y="4069080"/>
            <a:ext cx="16733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first: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Voice input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Arabizi spellings</a:t>
            </a:r>
            <a:endParaRPr lang="en-US" sz="1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173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Two-in-one queue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cut: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74F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card · ambiguity questions · idempotent execution · held-out eval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51052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Global Findex 2025 · Zain Annual Report 2025 · Medhi et al., low-literacy mobile banking · NADI 2025 Arabic ASR shared task · UK Confirmation of Payee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Bill Pay &amp; Transfer Agent</dc:title>
  <dc:subject>PptxGenJS Presentation</dc:subject>
  <dc:creator>PptxGenJS</dc:creator>
  <cp:lastModifiedBy>PptxGenJS</cp:lastModifiedBy>
  <cp:revision>1</cp:revision>
  <dcterms:created xsi:type="dcterms:W3CDTF">2026-09-28T10:20:49Z</dcterms:created>
  <dcterms:modified xsi:type="dcterms:W3CDTF">2026-09-28T10:20:50Z</dcterms:modified>
</cp:coreProperties>
</file>